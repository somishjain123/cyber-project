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CYBERSECURITY &amp; CRYPTOGRAPHY</a:t>
            </a:r>
          </a:p>
          <a:p>
            <a:pPr>
              <a:spcBef>
                <a:spcPts val="1000"/>
              </a:spcBef>
              <a:defRPr sz="3800" b="1">
                <a:solidFill>
                  <a:srgbClr val="F8FAFC"/>
                </a:solidFill>
                <a:latin typeface="Arial"/>
              </a:defRPr>
            </a:pPr>
            <a:r>
              <a:t>Classical Ciphers: Attack &amp; Prevention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A Hands-On Demonstration of Caesar &amp; Substitution Ciphers, Vulnerabilities, and Modern Defense Mechanisms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937760"/>
            <a:ext cx="1033272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512064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Project By: Somish Jain   |   GitHub: github.com/Somishjain123/cyber-project   |   Stack: Python, Tkinter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1. INTRODUCTION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Project Overview &amp; Core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2743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Background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Classical ciphers form the bedrock of cryptographic history.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Caesar &amp; Substitution ciphers are intuitive but mathematically fragile.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Understanding how these algorithms break is foundational to mastering modern secure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874520"/>
            <a:ext cx="2743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87171"/>
                </a:solidFill>
                <a:latin typeface="Arial"/>
              </a:defRPr>
            </a:pPr>
            <a:r>
              <a:t>Problem Statement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Monolithic shifts and static substitutions leak statistical characteristics.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Small keyspaces allow trivial brute-force exploitation.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Letter distribution patterns in human languages allow rapid cryptanalysis without known keys.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7452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4ADE80"/>
                </a:solidFill>
                <a:latin typeface="Arial"/>
              </a:defRPr>
            </a:pPr>
            <a:r>
              <a:t>Key Contributions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Interactive Python GUI application for live demonstration.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Implementation of automated brute-force with English scoring.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Frequency analysis attack engine.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Multi-shift and hybrid defense architecture to withstand attacks.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2. THEORETICAL FOUNDATION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Classical Ciphers Architecture &amp; Mechanics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Caesar Cipher (Shift Cipher)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Type: Monoalphabetic substitution cipher.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Mathematical Rule: E_k(x) = (x + k) mod 26, D_k(y) = (y - k) mod 26.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Key Space: Extremely small, exactly 25 non-trivial keys.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Vulnerability: Trivially broken via exhaustive search in seconds.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Use Case: Historical military communications (Julius Caesar).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745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Monoalphabetic Substitution Cipher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Type: Arbitrary 1-to-1 mapping of alphabet letters.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Key Space: 26! ≈ 4.03 × 10^26 possible permutations.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False Sense of Security: While immune to brute force, it preserves the frequency distribution of the plaintext language.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Vulnerability: Defeated by Frequency Analysis and n-gram statistical pattern matching.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3. ATTACK DEMONSTRATIONS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Cryptanalysis &amp; Attack Methodologies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87171"/>
                </a:solidFill>
                <a:latin typeface="Arial"/>
              </a:defRPr>
            </a:pPr>
            <a:r>
              <a:t>Attack 1: Brute Force Attack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Target: Caesar Cipher.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Mechanism: Iterates through all 25 possible shift keys in milliseconds.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English Frequency Scoring: Applies chi-square / standard English letter scoring (ETAOIN SHRDLU).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Automated Ranking: Automatically surfaces the most probable plaintext to the analyst without human inspection.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745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87171"/>
                </a:solidFill>
                <a:latin typeface="Arial"/>
              </a:defRPr>
            </a:pPr>
            <a:r>
              <a:t>Attack 2: Frequency Analysis Attack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Target: Substitution Cipher.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Mechanism: Analyzes character occurrences in the ciphertext.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Statistical Rule: In English, 'E' (~12.7%), 'T' (~9.1%), and 'A' (~8.2%) dominate.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Result: High-frequency ciphertext characters correlate directly to high-frequency alphabet letters, exposing the substitution key.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4. IMPLEMENTATION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Software Architecture &amp; Desktop GUI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5720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0233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System Design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Built with Python &amp; Tkinter for a responsive, cross-platform interface.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cipher_logic.py: Decoupled cryptographic core containing pure algorithms and testable logic.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main.py: GUI driver with interactive tabs, status bars, and real-time computation.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Modular tabs: Caesar, Substitution, Attacks, and Defenses.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Includes test suites in test_logic.py validating 100% of cipher logic.</a:t>
            </a:r>
          </a:p>
        </p:txBody>
      </p:sp>
      <p:pic>
        <p:nvPicPr>
          <p:cNvPr id="6" name="Picture 5" descr="main_g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45920"/>
            <a:ext cx="585216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5. ATTACK SIMULATION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Live Cryptanalysis: Brute Force &amp; Frequency Analysis</a:t>
            </a:r>
          </a:p>
        </p:txBody>
      </p:sp>
      <p:pic>
        <p:nvPicPr>
          <p:cNvPr id="4" name="Picture 3" descr="brute_fo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5120640"/>
          </a:xfrm>
          <a:prstGeom prst="rect">
            <a:avLst/>
          </a:prstGeom>
        </p:spPr>
      </p:pic>
      <p:pic>
        <p:nvPicPr>
          <p:cNvPr id="5" name="Picture 4" descr="frequency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6. PREVENTION STRATEGIES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Countermeasures &amp; Defense Mechanisms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5720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0233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4ADE80"/>
                </a:solidFill>
                <a:latin typeface="Arial"/>
              </a:defRPr>
            </a:pPr>
            <a:r>
              <a:t>Multi-Shift &amp; Hybrid Defenses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Multi-Shift (Polyalphabetic): Uses an array of shift keys repeating cyclically across the message (Vigenère principle).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Flattening Frequencies: Identical plaintext characters encrypt to different ciphertext characters, neutralizing single-character frequency analysis.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Hybrid Layering: Combines Caesar shift with full substitution mapping.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Result: Thwarts both single-shift brute force and direct frequency matching.</a:t>
            </a:r>
          </a:p>
        </p:txBody>
      </p:sp>
      <p:pic>
        <p:nvPicPr>
          <p:cNvPr id="6" name="Picture 5" descr="multi_shift_hyb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45920"/>
            <a:ext cx="585216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7. ANALYSIS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Comparative Security Matrix &amp; Experimental Findings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2743200"/>
                <a:gridCol w="283464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Encryption Method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Key Space Complexity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Vulnerability Level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Defense Efficacy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Caesar Cipher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25 Keys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Critical (Brute Force in &lt;1ms)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Low - Not secure for real data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Substitution Cipher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26! (~4 × 10^26)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High (Vulnerable to Frequency Analysis)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Moderate - Easily cracked with text samples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Multi-Shift Cipher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26^L (L = Key Length)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Low against simple Caesar brute force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High - Flattens single-letter frequencies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Hybrid (Caesar + Sub)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Layered Complexity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Very Low against basic classical attacks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Maximum - Multi-layer obfuscation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8. CONCLUSION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Conclusion &amp; Future Directions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Key Takeaways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Security through obscurity fails: Large key spaces alone do not guarantee security if statistical properties leak.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Frequency analysis easily breaks monoalphabetic substitution despite massive 26! possibilities.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Polyalphabetic and hybrid approaches bridge the gap towards modern block and stream ciphers (such as AES).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Demonstrated full lifecycle: Implementation → Vulnerability Analysis → Exploitation → Mitigation.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745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Future Enhancements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Automated Bigram and Trigram frequency substitution solver.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Kasiski examination module for multi-shift period detection.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Integration of modern symmetric (AES) and asymmetric (RSA) algorithms.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Web-based interactive sandbox version using FastAPI and React.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2200">
                <a:solidFill>
                  <a:srgbClr val="F8FAFC"/>
                </a:solidFill>
                <a:latin typeface="Arial"/>
              </a:defRPr>
            </a:pPr>
            <a:r>
              <a:t>Questions &amp; Discussion</a:t>
            </a:r>
          </a:p>
          <a:p>
            <a:pPr algn="ctr">
              <a:spcBef>
                <a:spcPts val="2400"/>
              </a:spcBef>
              <a:defRPr sz="1500">
                <a:solidFill>
                  <a:srgbClr val="94A3B8"/>
                </a:solidFill>
                <a:latin typeface="Arial"/>
              </a:defRPr>
            </a:pPr>
            <a:r>
              <a:t>GitHub Repository: https://github.com/Somishjain123/cyber-project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